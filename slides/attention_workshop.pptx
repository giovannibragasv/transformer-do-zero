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outubro de 2026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das duas horas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65506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6002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acesso ao Colab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45920" y="213055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2075688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atenção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5117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00:27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45920" y="260604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48840" y="2551176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no notebook: a atenção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26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00:47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45920" y="308152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3026664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Transformer em uma imagem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021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645920" y="3557016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48840" y="3502152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no notebook: o Transformer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977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01:15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645920" y="403250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148840" y="39776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5312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645920" y="450799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4453128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 como linguagem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92861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645920" y="498348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148840" y="4928616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no notebook: jogar contra o modelo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0410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645920" y="545896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48840" y="5404104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e perguntas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229600" y="1737360"/>
            <a:ext cx="329184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458200" y="1920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cheio: notebook.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vazado: explicação.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lê apenas o texto e prevê o próximo caractere.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escrito pela turma, treinado em 6 minutos.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célula deve imprimir: Dispositivo: cuda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só precisa de um navegador e de uma conta Google.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adivinha o que vem depois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muito texto e ajustar o modelo até ele dar a maior chance à palavra certa.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886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97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sortear uma palavra, acrescentar ao texto e prever de novo.</a:t>
            </a:r>
            <a:endParaRPr lang="en-US" sz="1700" dirty="0"/>
          </a:p>
        </p:txBody>
      </p:sp>
      <p:pic>
        <p:nvPicPr>
          <p:cNvPr id="10" name="Image 0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89725"/>
            <a:ext cx="5120640" cy="37357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Atenção é uma consulta a um dicionário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procuro (query)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(key)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(value)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366760" y="3108960"/>
            <a:ext cx="10972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366760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55480" y="2697480"/>
            <a:ext cx="1828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55548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6" name="Text 44"/>
          <p:cNvSpPr txBox="1"/>
          <p:nvPr/>
        </p:nvSpPr>
        <p:spPr>
          <a:xfrm>
            <a:off x="955548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achar uma única entrada, a atenção mistura todas, dando mais peso às mais parecidas com a consulta.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fórmula, em três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40690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compara o que procura (Q) com o que as outras oferecem (K).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40690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softmax transforma as comparações em pesos que somam 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Misturar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40690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recebe a média dos conteúdos (V), com esses pesos.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715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divisão por √dₖ só evita números grandes demais.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06240" y="2011680"/>
            <a:ext cx="621792" cy="621792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206240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28032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49824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9824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71616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71616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93408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06240" y="2633472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28032" y="2633472"/>
            <a:ext cx="621792" cy="621792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28032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49824" y="2633472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49824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71616" y="2633472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71616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693408" y="2633472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93408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06240" y="3255264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06240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28032" y="3255264"/>
            <a:ext cx="621792" cy="621792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28032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49824" y="3255264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49824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71616" y="3255264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071616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693408" y="3255264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93408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06240" y="3877056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06240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28032" y="3877056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28032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449824" y="3877056"/>
            <a:ext cx="621792" cy="621792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49824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071616" y="3877056"/>
            <a:ext cx="621792" cy="621792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071616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693408" y="3877056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693408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206240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206240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828032" y="4498848"/>
            <a:ext cx="621792" cy="621792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828032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449824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49824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071616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071616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693408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693408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3108960" y="201168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3108960" y="263347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325526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3108960" y="387705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3108960" y="449884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3931920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553712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175504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5797296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19088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206240" y="5212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 atenção: cada linha soma 1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7955280" y="21945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palavra só olha para ela mesma e para as anteriores.</a:t>
            </a:r>
            <a:endParaRPr lang="en-US" sz="1900" dirty="0"/>
          </a:p>
        </p:txBody>
      </p:sp>
      <p:sp>
        <p:nvSpPr>
          <p:cNvPr id="67" name="Text 65"/>
          <p:cNvSpPr txBox="1"/>
          <p:nvPr/>
        </p:nvSpPr>
        <p:spPr>
          <a:xfrm>
            <a:off x="7955280" y="33832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da diagonal, o peso é sempre zero.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00:27 até 00:47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atenção: comparar, pesar e misturar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dicionário de peças de xadrez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máscara causal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mapas de atenção de uma frase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Travou por mais de 3 minutos? Use a célula [Recuperação] logo abaixo do exercício e siga adiante.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TRANSFORMER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Transformer em uma imagem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86000" y="2766060"/>
            <a:ext cx="4114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43200" y="2148840"/>
            <a:ext cx="1691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214884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80560" y="2766060"/>
            <a:ext cx="4114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37760" y="1737360"/>
            <a:ext cx="3931920" cy="2057400"/>
          </a:xfrm>
          <a:prstGeom prst="rect">
            <a:avLst/>
          </a:prstGeom>
          <a:solidFill>
            <a:srgbClr val="F3F4F6"/>
          </a:solidFill>
          <a:ln w="15875">
            <a:solidFill>
              <a:srgbClr val="2F5D8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937760" y="13441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bloco, repetido N vezes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2148840"/>
            <a:ext cx="1600200" cy="12344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214884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12280" y="2766060"/>
            <a:ext cx="1828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040880" y="21488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0" y="214884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15400" y="2766060"/>
            <a:ext cx="4114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372600" y="2148840"/>
            <a:ext cx="2148840" cy="123444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72600" y="214884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de cada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caractere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 trocam informação entre si. São várias em paralelo, cada uma procurando algo diferente.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34340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processa sozinha o que recebeu.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Soma, não substitui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acrescenta um ajuste ao que já existia. Por isso dá para empilhar muitos blocos.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00:53 até 01:13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atenção, agora em PyTorch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bloco: as duas conexões residuais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para onde ele olhou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self.attn(self.ln1(x)), e a mesma ideia com ln2 e ffn.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45663" y="2286000"/>
            <a:ext cx="3405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o modelo olha para o número da entrada que vai escrever em seguida.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45663" y="38404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programou essa regra: ela surgiu do treino.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minutos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0233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por 6 minutos enquanto isso.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é só mais um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679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peão vai para 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cavalo (N) vai para f3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Bxe5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bispo (B) captura em 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xeque-mate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mil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reais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diferentes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tabuleiros vistos pelo modelo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07492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modelo joga lances válidos sem nunca ter visto um tabuleiro, de onde vem essa noção de onde estão as peças?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min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01:27 até 01:50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ver onde o modelo erra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468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4688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a temperatura e comparar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337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modelo contra o modelo de referência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4206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saber xadrez: clique numa peça e os pontos mostram para onde ela pode ir.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o ChatGPT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  <a:gridCol w="29260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Lê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pedaços de palavras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Tamanho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 5 milhões de parâmetros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bilhões de parâmetros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minutos, 1 GPU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meses, milhares de GPUs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para seguir instruções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526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 a que vocês escreveram hoje.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continuar: o vídeo "Let's build GPT", de Andrej Karpathy, e a série sobre Transformers do 3Blue1Brown.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18288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931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3434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github.com/giovannibragasv/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transformer-do-zero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2026-10-12T01:45:42Z</dcterms:created>
  <dcterms:modified xsi:type="dcterms:W3CDTF">2026-10-12T01:45:42Z</dcterms:modified>
</cp:coreProperties>
</file>
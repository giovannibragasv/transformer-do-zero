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CESUPA TECH SUMMIT 2026  ·  WORKSHOP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is All You Need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Construindo um Transformer do zero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30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outubro de 2026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818120" y="137160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9360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6909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44584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20072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95560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7104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4653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18120" y="184708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3608" y="184708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6909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44584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20072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95560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71048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4653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18120" y="232257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3608" y="232257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69096" y="232257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44584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20072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95560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71048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46536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18120" y="2798064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3608" y="2798064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69096" y="2798064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44584" y="2798064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20072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95560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71048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6536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18120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93608" y="3273552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769096" y="3273552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44584" y="3273552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20072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5560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71048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146536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818120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93608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769096" y="3749040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244584" y="3749040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20072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95560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71048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146536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18120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93608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769096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44584" y="4224528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20072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195560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671048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146536" y="422452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818120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93608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69096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44584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20072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195560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671048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146536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818120" y="5257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softmax(QKᵀ/√dₖ), com máscara causal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das duas horas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65506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60020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acesso ao Colab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45920" y="213055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207568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teoria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5117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45920" y="260604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48840" y="255117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no notebook (NumPy)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26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645920" y="308152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302666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Transformer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021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00:55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645920" y="3557016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48840" y="350215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no notebook (PyTorch)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977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01:15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645920" y="403250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148840" y="397764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5312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645920" y="450799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445312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 como linguagem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92861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01:30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645920" y="498348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148840" y="492861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no notebook (xadrez)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40410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01:50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645920" y="545896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48840" y="540410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 e perguntas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229600" y="1737360"/>
            <a:ext cx="3291840" cy="2011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458200" y="192024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cheio: trabalho no notebook.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vazado: exposição com slides.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vamos chegar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8521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745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7.Bb3 d6 8.c3 O-O 9.h3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Nb8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337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recebe apenas o texto e prevê o próximo caractere.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720840" y="3200400"/>
            <a:ext cx="6400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589520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56" y="1600200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94192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6528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98864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0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05872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91856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94192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96528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98864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0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03536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05872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89520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91856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4192" y="2404872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96528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98864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01200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03536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405872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89520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91856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94192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96528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198864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601200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003536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05872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89520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91856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94192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96528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98864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01200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03536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405872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91856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394192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96528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198864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01200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003536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405872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589520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1856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94192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96528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198864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01200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003536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405872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89520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91856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94192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796528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98864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01200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03536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05872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160020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58952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tabuleiro nunca é mostrado ao modelo.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Transformer de ~1M de parâmetros, escrito pela turma, treinado em 6 minutos.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Abrindo o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91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link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756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7004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15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uma cópia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09981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&gt; Salvar uma cópia no Drive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9417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73989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Ative a GPU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1239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 &gt; Alterar o tipo de ambiente &gt; T4 GPU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1830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7640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as células da seção 0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148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segunda célula deve imprimir: Dispositivo: cuda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navegador e conta Google. Nada é instalado no computador.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de linguagem prevê o próximo token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rei protege a </a:t>
            </a:r>
            <a:pPr indent="0" marL="0">
              <a:buNone/>
            </a:pPr>
            <a:r>
              <a:rPr lang="en-US" sz="3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</a:t>
            </a:r>
            <a:endParaRPr lang="en-US" sz="3000" dirty="0"/>
          </a:p>
        </p:txBody>
      </p:sp>
      <p:pic>
        <p:nvPicPr>
          <p:cNvPr id="6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808637" cy="1143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931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é minimizar a entropia cruzada da previsão do token seguinte, em cada posição.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754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é amostrar dessa distribuição, anexar o token e repetir.</a:t>
            </a:r>
            <a:endParaRPr lang="en-US" sz="1500" dirty="0"/>
          </a:p>
        </p:txBody>
      </p:sp>
      <p:pic>
        <p:nvPicPr>
          <p:cNvPr id="9" name="Image 1" descr="/Users/giovannivasconcelos/Documents/University/tech_summit/attention/slides/assets/ch_nextto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7260"/>
            <a:ext cx="5120640" cy="37406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2017: redes recorrentes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 flipV="1">
            <a:off x="16916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2860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h₂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1546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 flipV="1">
            <a:off x="37490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3434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h₃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 flipV="1">
            <a:off x="58064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h₄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 flipV="1">
            <a:off x="78638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4582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h₅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 flipV="1">
            <a:off x="99212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0972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hₜ = f(hₜ₋₁, xₜ)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sequencial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estado depende do anterior. O treino não pode ser paralelizado ao longo da sequência.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longo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informação de “o” percorre n passos até “rainha”. Dependências distantes se degradam.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proposta: apenas atenção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743200"/>
                <a:gridCol w="25904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sequenciais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máximo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Self-attention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 · d)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Convolucional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O(k · 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O(logₖ 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Vaswani et al. (2017), Tabela 1. n = comprimento da sequência; d = dimensão; k = tamanho do kernel.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46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Qualquer posição acessa qualquer outra em um único passo, e todas as posições são processadas em paralelo.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Atenção como consulta a um dicionário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 + bispo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bispo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880360" y="310896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366760" y="3108960"/>
            <a:ext cx="5486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3210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peso · value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3.05</a:t>
            </a:r>
            <a:endParaRPr lang="en-US" sz="2600" dirty="0"/>
          </a:p>
        </p:txBody>
      </p:sp>
      <p:sp>
        <p:nvSpPr>
          <p:cNvPr id="46" name="Text 44"/>
          <p:cNvSpPr txBox="1"/>
          <p:nvPr/>
        </p:nvSpPr>
        <p:spPr>
          <a:xfrm>
            <a:off x="90525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pesos vêm da similaridade entre a query e cada key (produto escalar seguido de softmax). A saída é uma média ponderada dos values.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Queries, keys e values vêm da própria sequência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qk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555921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4128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08176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92224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76272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08176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92224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76272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56032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4128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408176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92224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76272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6032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4128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408176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792224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76272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56032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4128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408176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792224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76272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56032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0080" y="47548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120640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d_model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 flipV="1">
            <a:off x="3108960" y="2743200"/>
            <a:ext cx="1463040" cy="9601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470916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9204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25780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0916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89204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07492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25780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70916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9204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07492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780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70916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89204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7492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25780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70916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89204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7492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25780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778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200" dirty="0"/>
          </a:p>
        </p:txBody>
      </p:sp>
      <p:sp>
        <p:nvSpPr>
          <p:cNvPr id="60" name="Text 57"/>
          <p:cNvSpPr txBox="1"/>
          <p:nvPr/>
        </p:nvSpPr>
        <p:spPr>
          <a:xfrm>
            <a:off x="603504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W_Q  ·  T × d_k  ·  consultas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3108960" y="3703320"/>
            <a:ext cx="1463040" cy="2743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2" name="Shape 59"/>
          <p:cNvSpPr/>
          <p:nvPr/>
        </p:nvSpPr>
        <p:spPr>
          <a:xfrm>
            <a:off x="470916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89204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07492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25780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70916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9204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07492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25780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70916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89204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07492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25780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470916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89204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07492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25780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470916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489204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507492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525780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5577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200" dirty="0"/>
          </a:p>
        </p:txBody>
      </p:sp>
      <p:sp>
        <p:nvSpPr>
          <p:cNvPr id="83" name="Text 80"/>
          <p:cNvSpPr txBox="1"/>
          <p:nvPr/>
        </p:nvSpPr>
        <p:spPr>
          <a:xfrm>
            <a:off x="60350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W_K  ·  T × d_k  ·  chaves</a:t>
            </a:r>
            <a:endParaRPr lang="en-US" sz="1400" dirty="0"/>
          </a:p>
        </p:txBody>
      </p:sp>
      <p:sp>
        <p:nvSpPr>
          <p:cNvPr id="84" name="Shape 81"/>
          <p:cNvSpPr/>
          <p:nvPr/>
        </p:nvSpPr>
        <p:spPr>
          <a:xfrm>
            <a:off x="3108960" y="3703320"/>
            <a:ext cx="1463040" cy="1508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5" name="Shape 82"/>
          <p:cNvSpPr/>
          <p:nvPr/>
        </p:nvSpPr>
        <p:spPr>
          <a:xfrm>
            <a:off x="470916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489204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507492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525780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470916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489204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507492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525780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470916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489204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07492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25780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470916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489204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507492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525780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470916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489204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507492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525780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55778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106" name="Text 103"/>
          <p:cNvSpPr txBox="1"/>
          <p:nvPr/>
        </p:nvSpPr>
        <p:spPr>
          <a:xfrm>
            <a:off x="6035040" y="4937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W_V  ·  T × d_k  ·  conteúdos</a:t>
            </a:r>
            <a:endParaRPr lang="en-US" sz="1400" dirty="0"/>
          </a:p>
        </p:txBody>
      </p:sp>
      <p:sp>
        <p:nvSpPr>
          <p:cNvPr id="107" name="Shape 104"/>
          <p:cNvSpPr/>
          <p:nvPr/>
        </p:nvSpPr>
        <p:spPr>
          <a:xfrm>
            <a:off x="8778240" y="2377440"/>
            <a:ext cx="274320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9006840" y="25603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aprendidos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W_Q, W_K e W_V. Treinar a camada é ajustar essas três matrizes.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token desempenha os três papéis ao mesmo tempo.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Scaled dot-product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08760"/>
            <a:ext cx="8138160" cy="1386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QKᵀ gera uma matriz T × T. A entrada (i, j) mede o quanto a posição i se relaciona com a posição j.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Divide-se por √dₖ e aplica-se a softmax em cada linha, que passa a somar 1.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Multiplica-se por V: cada posição recebe uma média ponderada dos values.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dividir por √dₖ?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v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399948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variância dₖ, os scores crescem com a dimensão, a softmax satura e o gradiente se anula. Dividir por √dₖ restaura a variância 1.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10 keys, pesos uniformes valeriam 0.10.</a:t>
            </a:r>
            <a:endParaRPr lang="en-US" sz="1400" dirty="0"/>
          </a:p>
        </p:txBody>
      </p:sp>
      <p:pic>
        <p:nvPicPr>
          <p:cNvPr id="8" name="Image 1" descr="/Users/giovannivasconcelos/Documents/University/tech_summit/attention/slides/assets/ch_sqrtd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963" y="1463040"/>
            <a:ext cx="524911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Máscara causal: ninguém olha para o futuro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229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8229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8229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8229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16459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22128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27797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33467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39136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19202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com máscara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5029200" y="3429000"/>
            <a:ext cx="10058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7" name="Text 65"/>
          <p:cNvSpPr txBox="1"/>
          <p:nvPr/>
        </p:nvSpPr>
        <p:spPr>
          <a:xfrm>
            <a:off x="4983480" y="3017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6" name="Shape 94"/>
          <p:cNvSpPr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3093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3093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3093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3093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3093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71323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76992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82661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88331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94000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74066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(cada linha soma 1)</a:t>
            </a:r>
            <a:endParaRPr lang="en-US" sz="1400" dirty="0"/>
          </a:p>
        </p:txBody>
      </p:sp>
      <p:sp>
        <p:nvSpPr>
          <p:cNvPr id="129" name="Text 127"/>
          <p:cNvSpPr txBox="1"/>
          <p:nvPr/>
        </p:nvSpPr>
        <p:spPr>
          <a:xfrm>
            <a:off x="64008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máscara vale 0, o score recebe −∞ antes da softmax, e o peso resultante é exatamente zero.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no notebook: atenção em NumPy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00:25 até 00:45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numericamente estável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atencao(Q, K, V): scores, softmax e média ponderada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mascara_causal(T) com np.tril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com √dₖ e mapas de self-attention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1.3, 1.4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Travou por mais de 3 minutos? Use a célula [Recuperação] logo abaixo do exercício e siga adiante.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Multi-head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m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8014422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 flipV="1">
            <a:off x="1965960" y="265176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1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983480" y="265176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 flipV="1">
            <a:off x="1965960" y="338328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983480" y="338328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965960" y="374904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3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4983480" y="374904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965960" y="374904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h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4983480" y="374904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83464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⋮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7266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W_O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95554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cabeça tem suas próprias W_Q, W_K, W_V, com dimensão d_model / h.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Codificação de posição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498080" cy="6426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5146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atenção é invariante a permutações da entrada: sem essa informação, “o rei protege a rainha” e “a rainha protege o rei” seriam indistinguíveis.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1605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artigo soma essa codificação ao embedding de cada token. No notebook, como no GPT, os vetores de posição são aprendidos.</a:t>
            </a:r>
            <a:endParaRPr lang="en-US" sz="1500" dirty="0"/>
          </a:p>
        </p:txBody>
      </p:sp>
      <p:pic>
        <p:nvPicPr>
          <p:cNvPr id="8" name="Image 1" descr="/Users/giovannivasconcelos/Documents/University/tech_summit/attention/slides/assets/ch_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861" y="2377440"/>
            <a:ext cx="482931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bloco do Transformer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96231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291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960120" y="3703320"/>
            <a:ext cx="2743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79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994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3776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377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5138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1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897112" y="3703320"/>
            <a:ext cx="26517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18972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8972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9784080" y="3703320"/>
            <a:ext cx="7315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10561320" y="32918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 flipV="1">
            <a:off x="1005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05840" y="2788920"/>
            <a:ext cx="416052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16636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 flipV="1">
            <a:off x="5577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577840" y="2788920"/>
            <a:ext cx="388620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6404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3" name="Text 30"/>
          <p:cNvSpPr txBox="1"/>
          <p:nvPr/>
        </p:nvSpPr>
        <p:spPr>
          <a:xfrm>
            <a:off x="256032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residual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4008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entre posições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34340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434340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 em cada posição, isoladamente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0467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+ LayerNorm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804672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permitem empilhar dezenas de blocos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original: encoder-decoder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3291840" cy="1728216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3291840" cy="2386584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causal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solidFill>
            <a:srgbClr val="BFD0E3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5548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434840" y="2971800"/>
            <a:ext cx="2011680" cy="137160"/>
          </a:xfrm>
          <a:prstGeom prst="line">
            <a:avLst/>
          </a:prstGeom>
          <a:noFill/>
          <a:ln w="2222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206240" y="3246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e values do encoder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protects the queen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06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 de origem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‹início› O rei protege 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gerada até agora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66960" y="1508760"/>
            <a:ext cx="1645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104120" y="1645920"/>
            <a:ext cx="1463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d_model = 512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d_ff = 2048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65M parâmetros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 construímos apenas a pilha do decoder, sem a cross-attention. Essa é a arquitetura do GPT.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famílias a partir do mesmo bloco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3017520"/>
                <a:gridCol w="27733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preencher tokens mascarados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BERT, RoBERTa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prever o próximo token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GPT, Llama, Claude, este workshop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 + causal +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a saída condicionada à entrada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original, T5, Whisper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8006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“prever o próximo token” é simples o bastante para usar qualquer texto como dado de treino, sem rotulação manual. Esse é o principal motivo de a família decoder-only ter se tornado dominante.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completo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30552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496312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986784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× 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43016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08776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99248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065008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V)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55480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92124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p(próximo)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lote  ·  T = posições  ·  C = n_embd  ·  V = tamanho do vocabulário</a:t>
            </a:r>
            <a:endParaRPr lang="en-US" sz="1400" dirty="0"/>
          </a:p>
        </p:txBody>
      </p:sp>
      <p:pic>
        <p:nvPicPr>
          <p:cNvPr id="29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0"/>
            <a:ext cx="4616291" cy="10972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760720" y="48006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pela sequência produz T previsões, todas treinadas em paralelo.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no notebook: o Transformer em PyTorch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00:55 até 01:15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Head.forward: a atenção com lote e máscara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MultiHeadAttention: concatenar as cabeças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6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Block: as duas conexões residuais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 modelo de ordenação e ver a atenção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2.6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ao shape: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tensores (B, T, C), use k.transpose(-2, -1), e não k.T.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modelo de ordenação aprendeu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sort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139823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45663" y="1645920"/>
            <a:ext cx="3405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3 1 4 1 5 9 2 6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45663" y="2240280"/>
            <a:ext cx="3405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um passo da geração; cada coluna, uma posição observada.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45663" y="3200400"/>
            <a:ext cx="3405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passo, a cabeça se concentra no dígito da entrada que será escrito a seguir.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145663" y="4343400"/>
            <a:ext cx="3405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não foi programada: ela emergiu do treino.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2, cabeça 0. A linha tracejada separa entrada e saída.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minutos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676656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0233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sair, execute as seções 3.1 e 3.2.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xadrez treina por 6 minutos enquanto isso.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0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1936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34272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36608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38944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41280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43616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5952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31936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34272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36608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38944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41280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43616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45952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31936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34272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36608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38944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41280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43616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45952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31936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36608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38944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241280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43616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45952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0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31936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34272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436608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38944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43616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045952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0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631936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34272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36608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838944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41280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43616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045952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0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631936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34272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436608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38944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41280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643616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045952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0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31936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034272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36608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838944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241280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643616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045952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229600" y="173736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Xadrez como linguagem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658368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 ...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39593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96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Símbolo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 B  R  Q  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cavalo, bispo, torre, dama, rei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e4, Nf3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de destino (peão quando não há letra)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 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xeque, xeque-mate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O-O  O-O-O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roque pequeno, roque grande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completo: 33 caracteres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⏎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300" dirty="0"/>
          </a:p>
        </p:txBody>
      </p:sp>
      <p:sp>
        <p:nvSpPr>
          <p:cNvPr id="55" name="Shape 52"/>
          <p:cNvSpPr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300" dirty="0"/>
          </a:p>
        </p:txBody>
      </p:sp>
      <p:sp>
        <p:nvSpPr>
          <p:cNvPr id="57" name="Shape 54"/>
          <p:cNvSpPr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59" name="Shape 56"/>
          <p:cNvSpPr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61" name="Shape 58"/>
          <p:cNvSpPr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65" name="Shape 62"/>
          <p:cNvSpPr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67" name="Shape 64"/>
          <p:cNvSpPr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300" dirty="0"/>
          </a:p>
        </p:txBody>
      </p:sp>
      <p:sp>
        <p:nvSpPr>
          <p:cNvPr id="69" name="Shape 66"/>
          <p:cNvSpPr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300" dirty="0"/>
          </a:p>
        </p:txBody>
      </p:sp>
      <p:sp>
        <p:nvSpPr>
          <p:cNvPr id="75" name="Text 72"/>
          <p:cNvSpPr txBox="1"/>
          <p:nvPr/>
        </p:nvSpPr>
        <p:spPr>
          <a:xfrm>
            <a:off x="640080" y="466344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mil partidas do Lichess (2013), rating médio ≥ 1500, 24 milhões de caracteres. Cada caractere é um token.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objetivo, outro 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414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3337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alvo y é a própria entrada deslocada em uma posição. Não há rotulação manual.</a:t>
            </a:r>
            <a:endParaRPr lang="en-US" sz="1800" dirty="0"/>
          </a:p>
        </p:txBody>
      </p:sp>
      <p:sp>
        <p:nvSpPr>
          <p:cNvPr id="80" name="Text 78"/>
          <p:cNvSpPr txBox="1"/>
          <p:nvPr/>
        </p:nvSpPr>
        <p:spPr>
          <a:xfrm>
            <a:off x="6400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0,8M</a:t>
            </a:r>
            <a:endParaRPr lang="en-US" sz="4000" dirty="0"/>
          </a:p>
        </p:txBody>
      </p:sp>
      <p:sp>
        <p:nvSpPr>
          <p:cNvPr id="81" name="Text 79"/>
          <p:cNvSpPr txBox="1"/>
          <p:nvPr/>
        </p:nvSpPr>
        <p:spPr>
          <a:xfrm>
            <a:off x="6400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500" dirty="0"/>
          </a:p>
        </p:txBody>
      </p:sp>
      <p:sp>
        <p:nvSpPr>
          <p:cNvPr id="82" name="Text 80"/>
          <p:cNvSpPr txBox="1"/>
          <p:nvPr/>
        </p:nvSpPr>
        <p:spPr>
          <a:xfrm>
            <a:off x="33832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4</a:t>
            </a:r>
            <a:endParaRPr lang="en-US" sz="4000" dirty="0"/>
          </a:p>
        </p:txBody>
      </p:sp>
      <p:sp>
        <p:nvSpPr>
          <p:cNvPr id="83" name="Text 81"/>
          <p:cNvSpPr txBox="1"/>
          <p:nvPr/>
        </p:nvSpPr>
        <p:spPr>
          <a:xfrm>
            <a:off x="33832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× cabeças</a:t>
            </a:r>
            <a:endParaRPr lang="en-US" sz="1500" dirty="0"/>
          </a:p>
        </p:txBody>
      </p:sp>
      <p:sp>
        <p:nvSpPr>
          <p:cNvPr id="84" name="Text 82"/>
          <p:cNvSpPr txBox="1"/>
          <p:nvPr/>
        </p:nvSpPr>
        <p:spPr>
          <a:xfrm>
            <a:off x="61264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4000" dirty="0"/>
          </a:p>
        </p:txBody>
      </p:sp>
      <p:sp>
        <p:nvSpPr>
          <p:cNvPr id="85" name="Text 83"/>
          <p:cNvSpPr txBox="1"/>
          <p:nvPr/>
        </p:nvSpPr>
        <p:spPr>
          <a:xfrm>
            <a:off x="61264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 de contexto</a:t>
            </a:r>
            <a:endParaRPr lang="en-US" sz="1500" dirty="0"/>
          </a:p>
        </p:txBody>
      </p:sp>
      <p:sp>
        <p:nvSpPr>
          <p:cNvPr id="86" name="Text 84"/>
          <p:cNvSpPr txBox="1"/>
          <p:nvPr/>
        </p:nvSpPr>
        <p:spPr>
          <a:xfrm>
            <a:off x="88696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min</a:t>
            </a:r>
            <a:endParaRPr lang="en-US" sz="4000" dirty="0"/>
          </a:p>
        </p:txBody>
      </p:sp>
      <p:sp>
        <p:nvSpPr>
          <p:cNvPr id="87" name="Text 85"/>
          <p:cNvSpPr txBox="1"/>
          <p:nvPr/>
        </p:nvSpPr>
        <p:spPr>
          <a:xfrm>
            <a:off x="88696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treino em uma T4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sabe onde estão as peças?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544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688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544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116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260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2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972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544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116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68880" y="30175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04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972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544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116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68880" y="34747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404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972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544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116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688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926080" y="39319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832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404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972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5544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16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688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9260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8404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00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5544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0116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688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9260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832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8404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40080" y="1645920"/>
            <a:ext cx="3657600" cy="3657600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937760" y="16459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Hipótese: para prever lances legais, a rede precisa manter internamente uma representação do tabuleiro.</a:t>
            </a:r>
            <a:endParaRPr lang="en-US" sz="1900" dirty="0"/>
          </a:p>
        </p:txBody>
      </p:sp>
      <p:sp>
        <p:nvSpPr>
          <p:cNvPr id="71" name="Text 69"/>
          <p:cNvSpPr txBox="1"/>
          <p:nvPr/>
        </p:nvSpPr>
        <p:spPr>
          <a:xfrm>
            <a:off x="4937760" y="2788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do notebook</a:t>
            </a:r>
            <a:endParaRPr lang="en-US" sz="1700" dirty="0"/>
          </a:p>
        </p:txBody>
      </p:sp>
      <p:sp>
        <p:nvSpPr>
          <p:cNvPr id="72" name="Text 70"/>
          <p:cNvSpPr txBox="1"/>
          <p:nvPr/>
        </p:nvSpPr>
        <p:spPr>
          <a:xfrm>
            <a:off x="4937760" y="31546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legalidade: fração dos lances do modelo que são legais na primeira tentativa, jogando contra um adversário aleatório.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493776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na literatura</a:t>
            </a:r>
            <a:endParaRPr lang="en-US" sz="17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44805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 (2024) mostra que sondas lineares recuperam o estado do tabuleiro a partir das ativações de modelos treinados apenas com texto PGN.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Temperatura de amostragem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te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1752380" cy="1280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926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&lt; 1 concentra a probabilidade no token mais provável.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&gt; 1 aproxima a distribuição da uniforme.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297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parâmetro “temperature” das APIs de modelos de linguagem.</a:t>
            </a:r>
            <a:endParaRPr lang="en-US" sz="1500" dirty="0"/>
          </a:p>
        </p:txBody>
      </p:sp>
      <p:pic>
        <p:nvPicPr>
          <p:cNvPr id="9" name="Image 1" descr="/Users/giovannivasconcelos/Documents/University/tech_summit/attention/slides/assets/ch_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682" y="1463040"/>
            <a:ext cx="571423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no notebook: xadrez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01:30 até 01:50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partidas e encontrar o primeiro lance ilegal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331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variar a temperatura e comparar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63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a taxa de legalidade com o modelo de referência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794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3.5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794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uma partida contra o modelo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3.6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complemento: visualizar a atenção no xadrez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440680"/>
            <a:ext cx="10911535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as peças ou clique na peça e depois na casa. Também é possível digitar o lance (e4, Nf3, O-O).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Daqui até um LLM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785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 workshop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LLM de grande porte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caracteres (33)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subpalavras via BPE (~10⁵)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0,8M a 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10⁹ a 10¹²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MB de partidas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trilhões de 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em uma T4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em milhares de GPUs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pré-treino, ajuste por instruções, RLHF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3035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é, em essência, a que foi escrita hoje.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Vaswani, A. et al. (2017).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Attention Is All You Need. NeurIPS. arXiv:1706.03762.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Karpathy, A.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Let's build GPT: from scratch, in code, spelled out. Vídeo; repositório nanoGPT.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Alammar, J. (2018).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Illustrated Transformer. jalammar.github.io.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Karvonen, A. (2024).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Models and Latent Variable Estimation in Chess-Playing Language Models. arXiv:2403.15498.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K. et al.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Representations: Exploring a Sequence Model Trained on a Synthetic Task. ICLR.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Prince, S.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Understanding Deep Learning, cap. 12 (Transformers). MIT Press.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para casa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embedding de posição pelo senoidal · aumentar n_layer e n_embd · treinar em outro corpus.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78240" y="1737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070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642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21945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21945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498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070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642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782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26517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926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98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6070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0642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782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926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1498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070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642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782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354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926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1498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70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064240" y="35661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782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354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6926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1498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6070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0642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Need: construindo um Transformer do zero</dc:title>
  <dc:subject>PptxGenJS Presentation</dc:subject>
  <dc:creator>Giovanni Vasconcelos</dc:creator>
  <cp:lastModifiedBy>Giovanni Vasconcelos</cp:lastModifiedBy>
  <cp:revision>1</cp:revision>
  <dcterms:created xsi:type="dcterms:W3CDTF">2026-09-23T23:34:40Z</dcterms:created>
  <dcterms:modified xsi:type="dcterms:W3CDTF">2026-09-23T23:34:40Z</dcterms:modified>
</cp:coreProperties>
</file>